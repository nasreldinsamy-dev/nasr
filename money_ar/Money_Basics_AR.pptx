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ctr"/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١. ما النقود؟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النقود هي كلُّ ما يحظى بقبولٍ عامٍّ وسيلةً لسداد ثمن السلع والخدمات.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تُمكِّن النقود الأفراد من البيع والشراء والادخار وقياس القيمة الاقتصادية.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تعتمد الاقتصادات الحديثة أساسًا على النقود الإلزامية (القانونية) التي تُصدَر بموجب سلطة الحكومة.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أمثلة: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الأوراق النقدية، و</a:t>
            </a:r>
            <a:r>
              <a:rPr b="1" sz="2800" lang="ar-EG">
                <a:solidFill>
                  <a:srgbClr val="FFC000"/>
                </a:solidFill>
                <a:latin typeface="Arial"/>
                <a:cs typeface="Arial"/>
              </a:rPr>
              <a:t>المسكوكات المعدنية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، والودائع المصرفية.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ctr"/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٢. لماذا نحتاج إلى النقود؟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في غياب النقود، يعتمد التبادل على نظام المقايضة.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تتطلب المقايضة توافقًا مزدوجًا للرغبات.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مثال: مزارعٌ يرغب في الحصول على أحذية، وصانعُ أحذيةٍ يرغب في الحصول على القمح في الوقت ذاته.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تُيسِّر النقود عملية التبادل وتُخفِّض تكاليف المعاملات.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ctr"/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٣. الوظائف الأربع الرئيسة للنقود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وسيطٌ للتبادل — تُستخدم في عمليات البيع والشراء.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وحدةٌ للحساب — توفر أساسًا مشتركًا للتعبير عن الأسعار.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مخزنٌ للقيمة — تتيح نقل القوة الشرائية إلى المستقبل.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معيارٌ للمدفوعات الآجلة — تُستخدم في تسوية الديون والعقود المستقبلية.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ctr"/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٤. خصائص النقود الجيدة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القبول العام — استعداد الأفراد لقبولها.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القدرة على التحمُّل — إمكانية استخدامها مرارًا.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سهولة الحمل — يسهل حملها أو تحويلها.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قابلية التجزئة — إمكانية تقسيمها إلى وحداتٍ أصغر.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سهولة التمييز — يستطيع المستخدمون التعرف عليها بسهولة.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الاستقرار النسبي في القيمة.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ctr"/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٥. أنواع النقود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النقود السلعية: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لها قيمةٌ ذاتية، كالذهب في الأنظمة النقدية التاريخية.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النقود الإلزامية: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تستمد قيمتها أساسًا من قبولها القانوني والثقة بها.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النقد: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الأوراق النقدية والمسكوكات المعدنية.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نقود الودائع: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الأموال المودعة في الحسابات المصرفية والمستخدمة في المدفوعات.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ctr"/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٦. النقود مقابل </a:t>
            </a:r>
            <a:r>
              <a:rPr b="1" sz="3200" lang="ar-EG">
                <a:solidFill>
                  <a:srgbClr val="FFC000"/>
                </a:solidFill>
                <a:latin typeface="Arial"/>
                <a:cs typeface="Arial"/>
              </a:rPr>
              <a:t>الثروة</a:t>
            </a:r>
            <a:r>
              <a:rPr b="1" sz="3200" lang="ar-EG">
                <a:solidFill>
                  <a:srgbClr val="FFFFFF"/>
                </a:solidFill>
                <a:latin typeface="Arial"/>
                <a:cs typeface="Arial"/>
              </a:rPr>
              <a:t> مقابل </a:t>
            </a:r>
            <a:r>
              <a:rPr b="1" sz="3200" lang="ar-EG">
                <a:solidFill>
                  <a:srgbClr val="FF0000"/>
                </a:solidFill>
                <a:latin typeface="Arial"/>
                <a:cs typeface="Arial"/>
              </a:rPr>
              <a:t>الدخل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النقود: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أصلٌ مالي يُستخدم في السداد.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C000"/>
                </a:solidFill>
                <a:latin typeface="Arial"/>
                <a:cs typeface="Arial"/>
              </a:rPr>
              <a:t>الثروة: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قيمة الأصول التي يمتلكها فردٌ أو مؤسسة.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0000"/>
                </a:solidFill>
                <a:latin typeface="Arial"/>
                <a:cs typeface="Arial"/>
              </a:rPr>
              <a:t>الدخل: </a:t>
            </a:r>
            <a:r>
              <a:rPr b="1" sz="2800" lang="ar-EG">
                <a:solidFill>
                  <a:srgbClr val="FFFFFF"/>
                </a:solidFill>
                <a:latin typeface="Arial"/>
                <a:cs typeface="Arial"/>
              </a:rPr>
              <a:t>تدفقٌ يُكتسَب خلال فترةٍ زمنية محددة.</a:t>
            </a:r>
          </a:p>
          <a:p>
            <a:pPr rtl="1" algn="just">
              <a:lnSpc>
                <a:spcPct val="110000"/>
              </a:lnSpc>
              <a:spcAft>
                <a:spcPts val="1600"/>
              </a:spcAft>
            </a:pPr>
            <a:r>
              <a:rPr b="1" sz="2800" lang="ar-EG">
                <a:solidFill>
                  <a:srgbClr val="FFFF00"/>
                </a:solidFill>
                <a:latin typeface="Arial"/>
                <a:cs typeface="Arial"/>
              </a:rPr>
              <a:t>مثال: المنزل ثروة، والراتب دخل، والنقد الذي في محفظتك نقود.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